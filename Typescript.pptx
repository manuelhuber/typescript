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6" r:id="rId3"/>
    <p:sldId id="257" r:id="rId4"/>
    <p:sldId id="259" r:id="rId5"/>
    <p:sldId id="258" r:id="rId6"/>
    <p:sldId id="262" r:id="rId7"/>
    <p:sldId id="264" r:id="rId8"/>
    <p:sldId id="263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FCF124C-5AFE-49D5-BB84-7D20E5B033C4}">
          <p14:sldIdLst>
            <p14:sldId id="256"/>
          </p14:sldIdLst>
        </p14:section>
        <p14:section name="Summary Section" id="{B2424766-107B-4871-ADA7-D4BBFAC60203}">
          <p14:sldIdLst>
            <p14:sldId id="266"/>
          </p14:sldIdLst>
        </p14:section>
        <p14:section name="Declare variable" id="{181E29B0-F18C-4551-AB2A-BCD841CBADCD}">
          <p14:sldIdLst>
            <p14:sldId id="257"/>
            <p14:sldId id="259"/>
          </p14:sldIdLst>
        </p14:section>
        <p14:section name="Types – Part 1" id="{FC40A588-AE5F-495D-B336-7D287693925D}">
          <p14:sldIdLst>
            <p14:sldId id="258"/>
            <p14:sldId id="262"/>
          </p14:sldIdLst>
        </p14:section>
        <p14:section name="Undefined &amp; Null" id="{A6DF37EE-F1C1-4765-820A-F9D19CA5025C}">
          <p14:sldIdLst>
            <p14:sldId id="264"/>
          </p14:sldIdLst>
        </p14:section>
        <p14:section name="Objects" id="{35CAD9EE-E5D4-46A0-ACA4-47DEA4E5BB8C}">
          <p14:sldIdLst>
            <p14:sldId id="263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6/22/2017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6/22/2017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6/22/2017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6/22/2017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6/22/2017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6/22/2017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6/22/2017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6/22/2017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6/22/2017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6/22/2017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6/22/2017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6/22/2017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7.xml"/><Relationship Id="rId3" Type="http://schemas.openxmlformats.org/officeDocument/2006/relationships/image" Target="../media/image2.png"/><Relationship Id="rId7" Type="http://schemas.openxmlformats.org/officeDocument/2006/relationships/slide" Target="slide5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slide" Target="slide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Typescript</a:t>
            </a:r>
            <a:endParaRPr lang="de-D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It’s JavaScript but not terrible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4795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Basics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5473928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181E29B0-F18C-4551-AB2A-BCD841CBADCD}">
                    <psuz:zmPr id="{5CF19D11-178C-4069-9097-C169EE28410B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FC40A588-AE5F-495D-B336-7D287693925D}">
                    <psuz:zmPr id="{D7D09E95-5C0E-453F-B4DE-3A069B3BA9A9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A6DF37EE-F1C1-4765-820A-F9D19CA5025C}">
                    <psuz:zmPr id="{9D5585F6-6BA8-4030-9B75-571974D228FB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35CAD9EE-E5D4-46A0-ACA4-47DEA4E5BB8C}">
                    <psuz:zmPr id="{BB339EFB-F05D-4E7A-97B5-CBAC68919A93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6" name="Picture 6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253360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Picture 7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25921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Picture 8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253360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Picture 9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225921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2435902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variable</a:t>
            </a:r>
            <a:endParaRPr lang="de-DE" dirty="0"/>
          </a:p>
        </p:txBody>
      </p:sp>
      <p:sp>
        <p:nvSpPr>
          <p:cNvPr id="5" name="TextBox 4"/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707548"/>
            <a:ext cx="9180722" cy="1897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576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mediad.publicbroadcasting.net/p/kuow/files/styles/x_large/public/201701/IMG_3143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-17813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 rot="21230482">
            <a:off x="3527023" y="226274"/>
            <a:ext cx="4630806" cy="36527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GB" sz="3600" dirty="0"/>
              <a:t>Using</a:t>
            </a:r>
          </a:p>
          <a:p>
            <a:pPr algn="ctr"/>
            <a:r>
              <a:rPr lang="en-GB" sz="8800" dirty="0"/>
              <a:t>VAR</a:t>
            </a:r>
          </a:p>
          <a:p>
            <a:pPr algn="ctr"/>
            <a:r>
              <a:rPr lang="en-GB" sz="3600" dirty="0"/>
              <a:t>is</a:t>
            </a:r>
          </a:p>
          <a:p>
            <a:pPr algn="ctr"/>
            <a:r>
              <a:rPr lang="en-GB" sz="8800" dirty="0"/>
              <a:t>FINE</a:t>
            </a:r>
            <a:endParaRPr lang="de-DE" sz="8800" dirty="0"/>
          </a:p>
        </p:txBody>
      </p:sp>
      <p:pic>
        <p:nvPicPr>
          <p:cNvPr id="1028" name="Picture 4" descr="Ähnliches Fot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112330">
            <a:off x="3594699" y="122095"/>
            <a:ext cx="4495454" cy="4495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675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– Part 1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anchor="ctr">
            <a:normAutofit/>
          </a:bodyPr>
          <a:lstStyle/>
          <a:p>
            <a:r>
              <a:rPr lang="en-GB" sz="2800" dirty="0"/>
              <a:t>Strings</a:t>
            </a:r>
          </a:p>
          <a:p>
            <a:r>
              <a:rPr lang="en-GB" sz="2800" dirty="0"/>
              <a:t>Boolean</a:t>
            </a:r>
          </a:p>
          <a:p>
            <a:r>
              <a:rPr lang="en-GB" sz="2800" dirty="0"/>
              <a:t>Number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dirty="0"/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216732" y="2559444"/>
            <a:ext cx="5063960" cy="3034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926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– Part 2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anchor="ctr">
            <a:normAutofit/>
          </a:bodyPr>
          <a:lstStyle/>
          <a:p>
            <a:r>
              <a:rPr lang="en-GB" sz="2800" dirty="0"/>
              <a:t>Arrays</a:t>
            </a:r>
          </a:p>
          <a:p>
            <a:r>
              <a:rPr lang="en-GB" sz="2800" dirty="0"/>
              <a:t>Tuples</a:t>
            </a:r>
          </a:p>
          <a:p>
            <a:r>
              <a:rPr lang="en-GB" sz="2800" dirty="0" err="1"/>
              <a:t>Enums</a:t>
            </a:r>
            <a:endParaRPr lang="en-GB" sz="2800" dirty="0"/>
          </a:p>
          <a:p>
            <a:r>
              <a:rPr lang="en-GB" sz="2800" dirty="0"/>
              <a:t>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82686" y="1625355"/>
            <a:ext cx="5132052" cy="4902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95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Undefined &amp; Null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3435292" cy="3581401"/>
          </a:xfrm>
        </p:spPr>
        <p:txBody>
          <a:bodyPr anchor="ctr"/>
          <a:lstStyle/>
          <a:p>
            <a:r>
              <a:rPr lang="en-GB" dirty="0"/>
              <a:t>‘undefined’ is default value for variables</a:t>
            </a:r>
          </a:p>
          <a:p>
            <a:r>
              <a:rPr lang="en-GB" dirty="0"/>
              <a:t>Functions with no return value return ‘undefined’</a:t>
            </a:r>
          </a:p>
          <a:p>
            <a:r>
              <a:rPr lang="en-GB" dirty="0"/>
              <a:t>‘null’ is explicit no-value </a:t>
            </a:r>
            <a:endParaRPr lang="de-DE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962715" y="3129093"/>
            <a:ext cx="6984766" cy="1895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74398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Objects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anchor="ctr"/>
          <a:lstStyle/>
          <a:p>
            <a:r>
              <a:rPr lang="en-GB" dirty="0"/>
              <a:t>Curly brackets</a:t>
            </a:r>
          </a:p>
          <a:p>
            <a:r>
              <a:rPr lang="en-GB" dirty="0"/>
              <a:t>Access properties with dot or brackets</a:t>
            </a:r>
          </a:p>
          <a:p>
            <a:r>
              <a:rPr lang="en-GB" dirty="0"/>
              <a:t>If type “any” modify &amp; add properties at will</a:t>
            </a:r>
            <a:endParaRPr lang="de-DE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369437" y="1879134"/>
            <a:ext cx="6758552" cy="43951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95172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Maps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2923563" cy="3581401"/>
          </a:xfrm>
        </p:spPr>
        <p:txBody>
          <a:bodyPr anchor="ctr"/>
          <a:lstStyle/>
          <a:p>
            <a:r>
              <a:rPr lang="en-GB" dirty="0"/>
              <a:t>Actually just objects</a:t>
            </a:r>
          </a:p>
          <a:p>
            <a:r>
              <a:rPr lang="en-GB" dirty="0"/>
              <a:t>Strings or numbers can be key</a:t>
            </a:r>
          </a:p>
          <a:p>
            <a:r>
              <a:rPr lang="en-GB" dirty="0"/>
              <a:t>With ES6 nicer syntax</a:t>
            </a:r>
            <a:endParaRPr lang="de-DE" dirty="0"/>
          </a:p>
        </p:txBody>
      </p:sp>
      <p:sp>
        <p:nvSpPr>
          <p:cNvPr id="6" name="TextBox 5"/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429387" y="3167641"/>
            <a:ext cx="7601446" cy="1818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339484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TM10001105[[fn=Crop]]</Template>
  <TotalTime>0</TotalTime>
  <Words>94</Words>
  <Application>Microsoft Office PowerPoint</Application>
  <PresentationFormat>Widescreen</PresentationFormat>
  <Paragraphs>35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Franklin Gothic Book</vt:lpstr>
      <vt:lpstr>Crop</vt:lpstr>
      <vt:lpstr>Typescript</vt:lpstr>
      <vt:lpstr>Basics</vt:lpstr>
      <vt:lpstr>Declare variable</vt:lpstr>
      <vt:lpstr>PowerPoint Presentation</vt:lpstr>
      <vt:lpstr>Types – Part 1</vt:lpstr>
      <vt:lpstr>Types – Part 2</vt:lpstr>
      <vt:lpstr>Undefined &amp; Null</vt:lpstr>
      <vt:lpstr>Objects</vt:lpstr>
      <vt:lpstr>Maps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Typescript</dc:title>
  <dc:creator>nelo112@web.de</dc:creator>
  <cp:lastModifiedBy>nelo112@web.de</cp:lastModifiedBy>
  <cp:revision>10</cp:revision>
  <dcterms:created xsi:type="dcterms:W3CDTF">2017-06-21T18:15:23Z</dcterms:created>
  <dcterms:modified xsi:type="dcterms:W3CDTF">2017-06-22T10:17:28Z</dcterms:modified>
</cp:coreProperties>
</file>