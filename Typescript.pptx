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6" r:id="rId3"/>
    <p:sldId id="257" r:id="rId4"/>
    <p:sldId id="259" r:id="rId5"/>
    <p:sldId id="267" r:id="rId6"/>
    <p:sldId id="262" r:id="rId7"/>
    <p:sldId id="264" r:id="rId8"/>
    <p:sldId id="263" r:id="rId9"/>
    <p:sldId id="265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FCF124C-5AFE-49D5-BB84-7D20E5B033C4}">
          <p14:sldIdLst>
            <p14:sldId id="256"/>
          </p14:sldIdLst>
        </p14:section>
        <p14:section name="Summary Section" id="{B2424766-107B-4871-ADA7-D4BBFAC60203}">
          <p14:sldIdLst>
            <p14:sldId id="266"/>
          </p14:sldIdLst>
        </p14:section>
        <p14:section name="Declare variable" id="{181E29B0-F18C-4551-AB2A-BCD841CBADCD}">
          <p14:sldIdLst>
            <p14:sldId id="257"/>
            <p14:sldId id="259"/>
          </p14:sldIdLst>
        </p14:section>
        <p14:section name="Types – Part 1" id="{FC40A588-AE5F-495D-B336-7D287693925D}">
          <p14:sldIdLst>
            <p14:sldId id="267"/>
            <p14:sldId id="262"/>
          </p14:sldIdLst>
        </p14:section>
        <p14:section name="Undefined &amp; Null" id="{A6DF37EE-F1C1-4765-820A-F9D19CA5025C}">
          <p14:sldIdLst>
            <p14:sldId id="264"/>
          </p14:sldIdLst>
        </p14:section>
        <p14:section name="Objects" id="{35CAD9EE-E5D4-46A0-ACA4-47DEA4E5BB8C}">
          <p14:sldIdLst>
            <p14:sldId id="263"/>
            <p14:sldId id="265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6/22/2017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6/22/2017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6/22/2017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6/22/2017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6/22/2017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6/22/2017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6/22/2017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6/22/2017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6/22/2017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6/22/2017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6/22/2017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6/22/2017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image" Target="../media/image2.png"/><Relationship Id="rId7" Type="http://schemas.openxmlformats.org/officeDocument/2006/relationships/slide" Target="slide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Typescript</a:t>
            </a:r>
            <a:endParaRPr lang="de-D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It’s JavaScript but not terrible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24795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Basics</a:t>
            </a:r>
            <a:endParaRPr lang="de-DE" dirty="0"/>
          </a:p>
        </p:txBody>
      </p:sp>
      <mc:AlternateContent xmlns:mc="http://schemas.openxmlformats.org/markup-compatibility/2006">
        <mc:Choice xmlns:psuz="http://schemas.microsoft.com/office/powerpoint/2016/summaryzoom" Requires="psuz">
          <p:graphicFrame>
            <p:nvGraphicFramePr>
              <p:cNvPr id="5" name="Summary Zoom 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5473928"/>
                  </p:ext>
                </p:extLst>
              </p:nvPr>
            </p:nvGraphicFramePr>
            <p:xfrm>
              <a:off x="1371600" y="2286000"/>
              <a:ext cx="9601200" cy="3581400"/>
            </p:xfrm>
            <a:graphic>
              <a:graphicData uri="http://schemas.microsoft.com/office/powerpoint/2016/summaryzoom">
                <psuz:summaryZm>
                  <psuz:summaryZmObj sectionId="{181E29B0-F18C-4551-AB2A-BCD841CBADCD}">
                    <psuz:zmPr id="{5CF19D11-178C-4069-9097-C169EE28410B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1881760" y="125349"/>
                          <a:ext cx="2865119" cy="161163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FC40A588-AE5F-495D-B336-7D287693925D}">
                    <psuz:zmPr id="{D7D09E95-5C0E-453F-B4DE-3A069B3BA9A9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854321" y="125349"/>
                          <a:ext cx="2865119" cy="161163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A6DF37EE-F1C1-4765-820A-F9D19CA5025C}">
                    <psuz:zmPr id="{9D5585F6-6BA8-4030-9B75-571974D228FB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1881760" y="1844421"/>
                          <a:ext cx="2865119" cy="161163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35CAD9EE-E5D4-46A0-ACA4-47DEA4E5BB8C}">
                    <psuz:zmPr id="{BB339EFB-F05D-4E7A-97B5-CBAC68919A93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854321" y="1844421"/>
                          <a:ext cx="2865119" cy="161163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gridLayout/>
                </psuz:summaryZm>
              </a:graphicData>
            </a:graphic>
          </p:graphicFrame>
        </mc:Choice>
        <mc:Fallback>
          <p:grpSp>
            <p:nvGrpSpPr>
              <p:cNvPr id="5" name="Summary Zoom 4"/>
              <p:cNvGrpSpPr>
                <a:grpSpLocks noGrp="1" noUngrp="1" noRot="1" noChangeAspect="1" noMove="1" noResize="1"/>
              </p:cNvGrpSpPr>
              <p:nvPr/>
            </p:nvGrpSpPr>
            <p:grpSpPr>
              <a:xfrm>
                <a:off x="1371600" y="2286000"/>
                <a:ext cx="9601200" cy="3581400"/>
                <a:chOff x="1371600" y="2286000"/>
                <a:chExt cx="9601200" cy="3581400"/>
              </a:xfrm>
            </p:grpSpPr>
            <p:pic>
              <p:nvPicPr>
                <p:cNvPr id="3" name="Picture 3">
                  <a:hlinkClick r:id="rId6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3253360" y="2411349"/>
                  <a:ext cx="2865119" cy="1611630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4" name="Picture 4">
                  <a:hlinkClick r:id="rId7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225921" y="2411349"/>
                  <a:ext cx="2865119" cy="1611630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6" name="Picture 6">
                  <a:hlinkClick r:id="rId8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253360" y="4130421"/>
                  <a:ext cx="2865119" cy="1611630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7" name="Picture 7">
                  <a:hlinkClick r:id="rId9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225921" y="4130421"/>
                  <a:ext cx="2865119" cy="1611630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p:grpSp>
        </mc:Fallback>
      </mc:AlternateContent>
    </p:spTree>
    <p:extLst>
      <p:ext uri="{BB962C8B-B14F-4D97-AF65-F5344CB8AC3E}">
        <p14:creationId xmlns:p14="http://schemas.microsoft.com/office/powerpoint/2010/main" val="2435902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Declare variable</a:t>
            </a:r>
            <a:endParaRPr lang="de-DE" dirty="0"/>
          </a:p>
        </p:txBody>
      </p:sp>
      <p:sp>
        <p:nvSpPr>
          <p:cNvPr id="5" name="TextBox 4"/>
          <p:cNvSpPr txBox="1"/>
          <p:nvPr/>
        </p:nvSpPr>
        <p:spPr>
          <a:xfrm>
            <a:off x="712521" y="5938"/>
            <a:ext cx="20544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Basics</a:t>
            </a:r>
            <a:endParaRPr lang="de-DE" sz="20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7220" y="3276488"/>
            <a:ext cx="8849960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576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mediad.publicbroadcasting.net/p/kuow/files/styles/x_large/public/201701/IMG_314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-17813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 rot="21230482">
            <a:off x="3527023" y="226274"/>
            <a:ext cx="4630806" cy="365278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GB" sz="3600" dirty="0"/>
              <a:t>Using</a:t>
            </a:r>
          </a:p>
          <a:p>
            <a:pPr algn="ctr"/>
            <a:r>
              <a:rPr lang="en-GB" sz="8800" dirty="0"/>
              <a:t>VAR</a:t>
            </a:r>
          </a:p>
          <a:p>
            <a:pPr algn="ctr"/>
            <a:r>
              <a:rPr lang="en-GB" sz="3600" dirty="0"/>
              <a:t>is</a:t>
            </a:r>
          </a:p>
          <a:p>
            <a:pPr algn="ctr"/>
            <a:r>
              <a:rPr lang="en-GB" sz="8800" dirty="0"/>
              <a:t>FINE</a:t>
            </a:r>
            <a:endParaRPr lang="de-DE" sz="8800" dirty="0"/>
          </a:p>
        </p:txBody>
      </p:sp>
      <p:pic>
        <p:nvPicPr>
          <p:cNvPr id="1028" name="Picture 4" descr="Ähnliches Fot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12330">
            <a:off x="3594699" y="122095"/>
            <a:ext cx="4495454" cy="4495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9675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– Part 1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anchor="ctr">
            <a:normAutofit/>
          </a:bodyPr>
          <a:lstStyle/>
          <a:p>
            <a:r>
              <a:rPr lang="en-GB" sz="2800" dirty="0"/>
              <a:t>Strings</a:t>
            </a:r>
          </a:p>
          <a:p>
            <a:r>
              <a:rPr lang="en-GB" sz="2800" dirty="0"/>
              <a:t>Boolean</a:t>
            </a:r>
          </a:p>
          <a:p>
            <a:r>
              <a:rPr lang="en-GB" sz="2800" dirty="0"/>
              <a:t>Number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6583" y="5938"/>
            <a:ext cx="20544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Basics</a:t>
            </a:r>
            <a:endParaRPr lang="de-DE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48725" y="2558642"/>
            <a:ext cx="5199976" cy="3036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262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– Part 2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anchor="ctr">
            <a:normAutofit/>
          </a:bodyPr>
          <a:lstStyle/>
          <a:p>
            <a:r>
              <a:rPr lang="en-GB" sz="2800" dirty="0"/>
              <a:t>Arrays</a:t>
            </a:r>
          </a:p>
          <a:p>
            <a:r>
              <a:rPr lang="en-GB" sz="2800" dirty="0"/>
              <a:t>Tuples</a:t>
            </a:r>
          </a:p>
          <a:p>
            <a:r>
              <a:rPr lang="en-GB" sz="2800" dirty="0" err="1"/>
              <a:t>Enums</a:t>
            </a:r>
            <a:endParaRPr lang="en-GB" sz="2800" dirty="0"/>
          </a:p>
          <a:p>
            <a:r>
              <a:rPr lang="en-GB" sz="2800" dirty="0"/>
              <a:t>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6583" y="5938"/>
            <a:ext cx="20544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Basics</a:t>
            </a:r>
            <a:endParaRPr lang="de-DE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05483" y="1468073"/>
            <a:ext cx="5686458" cy="5217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95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Undefined &amp; Null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3435292" cy="3581401"/>
          </a:xfrm>
        </p:spPr>
        <p:txBody>
          <a:bodyPr anchor="ctr"/>
          <a:lstStyle/>
          <a:p>
            <a:r>
              <a:rPr lang="en-GB" dirty="0"/>
              <a:t>‘undefined’ is default value for variables</a:t>
            </a:r>
          </a:p>
          <a:p>
            <a:r>
              <a:rPr lang="en-GB" dirty="0"/>
              <a:t>Functions with no return value return ‘undefined’</a:t>
            </a:r>
          </a:p>
          <a:p>
            <a:r>
              <a:rPr lang="en-GB" dirty="0"/>
              <a:t>‘null’ is explicit no-value </a:t>
            </a:r>
            <a:endParaRPr lang="de-DE" dirty="0"/>
          </a:p>
        </p:txBody>
      </p:sp>
      <p:sp>
        <p:nvSpPr>
          <p:cNvPr id="6" name="TextBox 5"/>
          <p:cNvSpPr txBox="1"/>
          <p:nvPr/>
        </p:nvSpPr>
        <p:spPr>
          <a:xfrm>
            <a:off x="706583" y="5938"/>
            <a:ext cx="20544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Basics</a:t>
            </a:r>
            <a:endParaRPr lang="de-DE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806892" y="3344464"/>
            <a:ext cx="7078298" cy="146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398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Objects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2982286" cy="3581401"/>
          </a:xfrm>
        </p:spPr>
        <p:txBody>
          <a:bodyPr anchor="ctr"/>
          <a:lstStyle/>
          <a:p>
            <a:r>
              <a:rPr lang="en-GB" dirty="0"/>
              <a:t>Curly brackets</a:t>
            </a:r>
          </a:p>
          <a:p>
            <a:r>
              <a:rPr lang="en-GB" dirty="0"/>
              <a:t>Access properties with dot or brackets</a:t>
            </a:r>
          </a:p>
          <a:p>
            <a:r>
              <a:rPr lang="en-GB" dirty="0"/>
              <a:t>If type “any” modify &amp; add properties at will</a:t>
            </a:r>
            <a:endParaRPr lang="de-DE" dirty="0"/>
          </a:p>
        </p:txBody>
      </p:sp>
      <p:sp>
        <p:nvSpPr>
          <p:cNvPr id="6" name="TextBox 5"/>
          <p:cNvSpPr txBox="1"/>
          <p:nvPr/>
        </p:nvSpPr>
        <p:spPr>
          <a:xfrm>
            <a:off x="706583" y="5938"/>
            <a:ext cx="20544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Basics</a:t>
            </a:r>
            <a:endParaRPr lang="de-DE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98503" y="2417084"/>
            <a:ext cx="7413858" cy="331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172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Maps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2923563" cy="3581401"/>
          </a:xfrm>
        </p:spPr>
        <p:txBody>
          <a:bodyPr anchor="ctr"/>
          <a:lstStyle/>
          <a:p>
            <a:r>
              <a:rPr lang="en-GB" dirty="0"/>
              <a:t>Actually just objects</a:t>
            </a:r>
          </a:p>
          <a:p>
            <a:r>
              <a:rPr lang="en-GB" dirty="0"/>
              <a:t>Strings or numbers can be key</a:t>
            </a:r>
          </a:p>
          <a:p>
            <a:r>
              <a:rPr lang="en-GB" dirty="0"/>
              <a:t>With ES6 nicer syntax</a:t>
            </a:r>
            <a:endParaRPr lang="de-DE" dirty="0"/>
          </a:p>
        </p:txBody>
      </p:sp>
      <p:sp>
        <p:nvSpPr>
          <p:cNvPr id="6" name="TextBox 5"/>
          <p:cNvSpPr txBox="1"/>
          <p:nvPr/>
        </p:nvSpPr>
        <p:spPr>
          <a:xfrm>
            <a:off x="706583" y="5938"/>
            <a:ext cx="20544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Basics</a:t>
            </a:r>
            <a:endParaRPr lang="de-DE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504386" y="3246540"/>
            <a:ext cx="7632976" cy="166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339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Truthy &amp; </a:t>
            </a:r>
            <a:r>
              <a:rPr lang="en-GB" dirty="0" err="1"/>
              <a:t>Falsy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3032620" cy="3581401"/>
          </a:xfrm>
        </p:spPr>
        <p:txBody>
          <a:bodyPr anchor="ctr"/>
          <a:lstStyle/>
          <a:p>
            <a:r>
              <a:rPr lang="de-DE" dirty="0"/>
              <a:t>Non-</a:t>
            </a:r>
            <a:r>
              <a:rPr lang="de-DE" dirty="0" err="1"/>
              <a:t>booleans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interpreted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booleans</a:t>
            </a:r>
            <a:endParaRPr lang="de-DE" dirty="0"/>
          </a:p>
          <a:p>
            <a:r>
              <a:rPr lang="de-DE" dirty="0" err="1"/>
              <a:t>Allow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simple </a:t>
            </a:r>
            <a:r>
              <a:rPr lang="de-DE" dirty="0" err="1"/>
              <a:t>undefined</a:t>
            </a:r>
            <a:r>
              <a:rPr lang="de-DE" dirty="0"/>
              <a:t>/null </a:t>
            </a:r>
            <a:r>
              <a:rPr lang="de-DE" dirty="0" err="1"/>
              <a:t>checks</a:t>
            </a:r>
            <a:endParaRPr lang="de-DE" dirty="0"/>
          </a:p>
          <a:p>
            <a:r>
              <a:rPr lang="de-DE" dirty="0"/>
              <a:t>Can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converted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real </a:t>
            </a:r>
            <a:r>
              <a:rPr lang="de-DE" dirty="0" err="1"/>
              <a:t>booleans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double </a:t>
            </a:r>
            <a:r>
              <a:rPr lang="de-DE" dirty="0" err="1"/>
              <a:t>negation</a:t>
            </a:r>
            <a:r>
              <a:rPr lang="de-DE" dirty="0"/>
              <a:t> (‚!!‘)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6583" y="5938"/>
            <a:ext cx="20544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Basics</a:t>
            </a:r>
            <a:endParaRPr lang="de-DE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513458" y="2617366"/>
            <a:ext cx="7598054" cy="291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216017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TM10001105[[fn=Crop]]</Template>
  <TotalTime>0</TotalTime>
  <Words>120</Words>
  <Application>Microsoft Office PowerPoint</Application>
  <PresentationFormat>Widescreen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Franklin Gothic Book</vt:lpstr>
      <vt:lpstr>Crop</vt:lpstr>
      <vt:lpstr>Typescript</vt:lpstr>
      <vt:lpstr>Basics</vt:lpstr>
      <vt:lpstr>Declare variable</vt:lpstr>
      <vt:lpstr>PowerPoint Presentation</vt:lpstr>
      <vt:lpstr>Types – Part 1</vt:lpstr>
      <vt:lpstr>Types – Part 2</vt:lpstr>
      <vt:lpstr>Undefined &amp; Null</vt:lpstr>
      <vt:lpstr>Objects</vt:lpstr>
      <vt:lpstr>Maps</vt:lpstr>
      <vt:lpstr>Truthy &amp; Falsy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Typescript</dc:title>
  <dc:creator>nelo112@web.de</dc:creator>
  <cp:lastModifiedBy>nelo112@web.de</cp:lastModifiedBy>
  <cp:revision>13</cp:revision>
  <dcterms:created xsi:type="dcterms:W3CDTF">2017-06-21T18:15:23Z</dcterms:created>
  <dcterms:modified xsi:type="dcterms:W3CDTF">2017-06-22T21:21:50Z</dcterms:modified>
</cp:coreProperties>
</file>